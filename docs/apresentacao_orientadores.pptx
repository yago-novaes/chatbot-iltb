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5230"/>
          </a:solidFill>
          <a:ln w="12700">
            <a:solidFill>
              <a:srgbClr val="155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D7A50">
              <a:alpha val="40000"/>
            </a:srgbClr>
          </a:solidFill>
          <a:ln w="12700">
            <a:solidFill>
              <a:srgbClr val="2D7A5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1097280" cy="292608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ILTB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Avanço — Abril 2026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45262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 Novaes Neves</a:t>
            </a:r>
            <a:pPr algn="l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Status: 4 fases em progresso   |   Piloto iniciado em 15/04/2026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do 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9601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64408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3056" y="9601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63056" y="1005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63056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RAGAS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para enfermeiras consultarem protocolos do Ministério da Saúde sobre ILTB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RAG: busca vetorial local (ChromaDB) + LLM Groq/Llama-3.3-70B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LGPD: nenhum dado clínico enviado para APIs proprietárias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automatizada com RAGAS — 8 categorias clínicas (doses, interações, populações especiais…)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TCC — Chatbot ILTB  |  Yago Novaes Neves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Fases 1 e 2 — Concluídas 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FASE 1 — POC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perguntas clínicas respondidas corretamente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alucinações identificadas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Similaridade cossenoidal: mín 0.69 / méd 0.76 / máx 0.87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semântico por seções clínicas (cabeçalhos Markdown)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ChromaDB + MiniLM-L12 + Groq/Llama-3.3-70B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2 — ENGENHARIA DE DADOS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(IBM) para PDFs com layout complexo multi-coluna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PDFs do MS → 898 chunks indexados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RAGAS: 40 perguntas, 8 categorias clínicas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resultado: faithfulness 0.586 | ctx_precision 0.735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experimentos (prompt, chunker, corpus, patches)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LGPD: Groq/Llama como LLM de produção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TCC — Chatbot ILTB  |  Yago Novaes Neves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Evolução das Métricas RAGAS — Fase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286000"/>
        </p:xfrm>
        <a:graphic>
          <a:graphicData uri="http://schemas.openxmlformats.org/drawingml/2006/table">
            <a:tbl>
              <a:tblPr/>
              <a:tblGrid>
                <a:gridCol w="2926080"/>
                <a:gridCol w="1417320"/>
                <a:gridCol w="1417320"/>
                <a:gridCol w="1417320"/>
                <a:gridCol w="1417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 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(pré-otimização)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resultado (v1, top_k=4, 38/38)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final (top_k=5, 38/38)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429000"/>
            <a:ext cx="8595360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4290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≥ 0.80  |  Context Precision ≥ 0.75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Faithfulness abaixo do alvo.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Decisão: avançar ao piloto para validação clínica real.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0233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penaliza paráfrases clinicamente corretas. Validação manual (12/12 sem alucinação) confirma viabilidade clínica.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TCC — Chatbot ILTB  |  Yago Novaes Neves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Fases 3 e 4 — Backend e Piloto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FASE 3 — BACKEND FASTAPI 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endpoints: /health  /ingest  /chat  /search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100% assíncronas (asyncio + AsyncOpenAI)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multi-stage: build separado do runtime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mock: desenvolvimento sem API key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score threshold: fallback clínico seguro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4 — PILOTO 🔄 EM ANDAMENTO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de chat (identidade visual do MS)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via ngrok exposta publicamente em 15/04/2026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enviado à enfermeira especialista para teste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Pendente: VPS Hetzner + HTTPS + Nginx + Certbot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Pendente: WhatsApp Business API (aprovação Meta)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TCC — Chatbot ILTB  |  Yago Novaes Neves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D7A50">
              <a:alpha val="30000"/>
            </a:srgbClr>
          </a:solidFill>
          <a:ln w="12700">
            <a:solidFill>
              <a:srgbClr val="2D7A5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65760" cy="365760"/>
          </a:xfrm>
          <a:prstGeom prst="ellipse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1612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Provisionar VPS Hetzner CX22 (Ubuntu + Docker + Nginx + Certbot)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365760" cy="365760"/>
          </a:xfrm>
          <a:prstGeom prst="ellipse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177393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domínio e configurar HTTPS para webhook WhatsApp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68296"/>
            <a:ext cx="365760" cy="365760"/>
          </a:xfrm>
          <a:prstGeom prst="ellipse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3865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aprovação Meta Business (WhatsApp Business API)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365760" cy="365760"/>
          </a:xfrm>
          <a:prstGeom prst="ellipse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9992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histórico de conversa (session manager em memória → Redis)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593592"/>
            <a:ext cx="365760" cy="365760"/>
          </a:xfrm>
          <a:prstGeom prst="ellipse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6118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formal: 5 enfermeiras, 30 dias de uso real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365760" cy="365760"/>
          </a:xfrm>
          <a:prstGeom prst="ellipse">
            <a:avLst/>
          </a:prstGeom>
          <a:solidFill>
            <a:srgbClr val="4A9E6B"/>
          </a:solidFill>
          <a:ln w="12700">
            <a:solidFill>
              <a:srgbClr val="4A9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2245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E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monografia — metodologia DSRM (Design Science Research)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ILTB — Relatório de Avanço</dc:title>
  <dc:subject>PptxGenJS Presentation</dc:subject>
  <dc:creator>Yago Novaes Neves</dc:creator>
  <cp:lastModifiedBy>Yago Novaes Neves</cp:lastModifiedBy>
  <cp:revision>1</cp:revision>
  <dcterms:created xsi:type="dcterms:W3CDTF">2026-04-17T18:36:33Z</dcterms:created>
  <dcterms:modified xsi:type="dcterms:W3CDTF">2026-04-17T18:36:33Z</dcterms:modified>
</cp:coreProperties>
</file>